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57" r:id="rId2"/>
    <p:sldId id="281" r:id="rId3"/>
    <p:sldId id="292" r:id="rId4"/>
    <p:sldId id="28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2" autoAdjust="0"/>
  </p:normalViewPr>
  <p:slideViewPr>
    <p:cSldViewPr>
      <p:cViewPr varScale="1">
        <p:scale>
          <a:sx n="108" d="100"/>
          <a:sy n="108" d="100"/>
        </p:scale>
        <p:origin x="171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63570-8F07-48B7-94EA-18E71EA9F9CD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46A48-9969-4824-891B-E5280F6447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09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46A48-9969-4824-891B-E5280F64471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24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0" y="1219202"/>
            <a:ext cx="8458200" cy="990599"/>
          </a:xfrm>
        </p:spPr>
        <p:txBody>
          <a:bodyPr>
            <a:norm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ctr">
              <a:defRPr sz="3800" b="1" cap="none" spc="0" baseline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Segoe" pitchFamily="34" charset="0"/>
              </a:defRPr>
            </a:lvl1pPr>
          </a:lstStyle>
          <a:p>
            <a:r>
              <a:rPr lang="en-US"/>
              <a:t>[CURRICULUM NAME]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3400" y="2438400"/>
            <a:ext cx="8077200" cy="1447800"/>
          </a:xfrm>
        </p:spPr>
        <p:txBody>
          <a:bodyPr>
            <a:normAutofit/>
          </a:bodyPr>
          <a:lstStyle>
            <a:lvl1pPr marL="0" indent="0" algn="ctr">
              <a:buNone/>
              <a:defRPr sz="3000" b="1" cap="none" spc="0" baseline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[Topic Name/Title]</a:t>
            </a:r>
          </a:p>
        </p:txBody>
      </p:sp>
      <p:pic>
        <p:nvPicPr>
          <p:cNvPr id="8" name="Picture 3" descr="C:\Users\Umi Fadilah\Documents\{Projects}\Part-timed Microsoft's Designer\WELY + FITRI\onlinecu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94892"/>
            <a:ext cx="3143251" cy="643308"/>
          </a:xfrm>
          <a:prstGeom prst="rect">
            <a:avLst/>
          </a:prstGeom>
          <a:noFill/>
        </p:spPr>
      </p:pic>
      <p:pic>
        <p:nvPicPr>
          <p:cNvPr id="9" name="Picture 4" descr="C:\Users\Umi Fadilah\Documents\{Projects}\Part-timed Microsoft's Designer\WELY + FITRI\INDC Logos\logo-INDC-horz-rev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817" y="152400"/>
            <a:ext cx="3509783" cy="693613"/>
          </a:xfrm>
          <a:prstGeom prst="rect">
            <a:avLst/>
          </a:prstGeom>
          <a:noFill/>
        </p:spPr>
      </p:pic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1371600" y="4191000"/>
            <a:ext cx="6248400" cy="1600200"/>
          </a:xfrm>
        </p:spPr>
        <p:txBody>
          <a:bodyPr>
            <a:normAutofit/>
          </a:bodyPr>
          <a:lstStyle>
            <a:lvl1pPr algn="ctr"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[Presenter Name]</a:t>
            </a:r>
          </a:p>
          <a:p>
            <a:r>
              <a:rPr lang="en-US"/>
              <a:t>[Title], [Company] (optional)</a:t>
            </a:r>
          </a:p>
          <a:p>
            <a:r>
              <a:rPr lang="en-US"/>
              <a:t>[Contact] (email / blogs address)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4406900"/>
            <a:ext cx="8382000" cy="1362075"/>
          </a:xfrm>
        </p:spPr>
        <p:txBody>
          <a:bodyPr anchor="t"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 algn="l">
              <a:defRPr sz="4000" b="1" cap="none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906714"/>
            <a:ext cx="83820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3" descr="C:\Users\Umi Fadilah\Documents\{Projects}\Part-timed Microsoft's Designer\WELY + FITRI\onlinecu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94892"/>
            <a:ext cx="3143251" cy="643308"/>
          </a:xfrm>
          <a:prstGeom prst="rect">
            <a:avLst/>
          </a:prstGeom>
          <a:noFill/>
        </p:spPr>
      </p:pic>
      <p:pic>
        <p:nvPicPr>
          <p:cNvPr id="8" name="Picture 4" descr="C:\Users\Umi Fadilah\Documents\{Projects}\Part-timed Microsoft's Designer\WELY + FITRI\INDC Logos\logo-INDC-horz-rev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817" y="152400"/>
            <a:ext cx="3509783" cy="69361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95401"/>
            <a:ext cx="4267200" cy="48307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1"/>
            <a:ext cx="4191000" cy="48307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4268789" cy="955675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2174874"/>
            <a:ext cx="4268789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9200"/>
            <a:ext cx="4194174" cy="990600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209801"/>
            <a:ext cx="4194174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1" y="1219200"/>
            <a:ext cx="3236914" cy="933450"/>
          </a:xfrm>
        </p:spPr>
        <p:txBody>
          <a:bodyPr anchor="b"/>
          <a:lstStyle>
            <a:lvl1pPr algn="l">
              <a:defRPr sz="2000" b="1" cap="none" spc="0">
                <a:ln w="1905">
                  <a:noFill/>
                </a:ln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219200"/>
            <a:ext cx="5340350" cy="49069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1" y="2133600"/>
            <a:ext cx="3236914" cy="39925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1"/>
            <a:ext cx="8686800" cy="80823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47800" y="1295399"/>
            <a:ext cx="6211888" cy="38860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5367339"/>
            <a:ext cx="8686800" cy="804862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none"/>
        </p:style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43000"/>
            <a:ext cx="2057400" cy="4983164"/>
          </a:xfrm>
        </p:spPr>
        <p:txBody>
          <a:bodyPr vert="eaVert"/>
          <a:lstStyle>
            <a:lvl1pPr>
              <a:defRPr b="1" cap="none" spc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019800" cy="49831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219201"/>
            <a:ext cx="8610600" cy="4906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D87F0-33D7-41F8-8AB7-98D61B8C8B66}" type="datetimeFigureOut">
              <a:rPr lang="en-US" smtClean="0"/>
              <a:pPr/>
              <a:t>3/13/2023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BC395-BAF9-41B9-8FEC-3FF98B61E4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3800" b="1" kern="1200" cap="none" spc="0">
          <a:ln w="0"/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reflection blurRad="12700" stA="50000" endPos="50000" dist="5000" dir="5400000" sy="-100000" rotWithShape="0"/>
          </a:effectLst>
          <a:latin typeface="Segoe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Segoe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Segoe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Segoe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Segoe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Segoe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di-krsoftware/open-retail" TargetMode="External"/><Relationship Id="rId2" Type="http://schemas.openxmlformats.org/officeDocument/2006/relationships/hyperlink" Target="http://coding4ever.net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 txBox="1">
            <a:spLocks/>
          </p:cNvSpPr>
          <p:nvPr/>
        </p:nvSpPr>
        <p:spPr>
          <a:xfrm>
            <a:off x="0" y="2438400"/>
            <a:ext cx="91440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noProof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Segoe" pitchFamily="34" charset="0"/>
              </a:rPr>
              <a:t>PEMROGRAMAN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Segoe" pitchFamily="34" charset="0"/>
              </a:rPr>
              <a:t>Version Control </a:t>
            </a:r>
            <a:r>
              <a:rPr lang="en-US" sz="28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Segoe" pitchFamily="34" charset="0"/>
              </a:rPr>
              <a:t>Menggunakan</a:t>
            </a:r>
            <a:r>
              <a:rPr lang="en-US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Segoe" pitchFamily="34" charset="0"/>
              </a:rPr>
              <a:t> </a:t>
            </a:r>
            <a:r>
              <a:rPr lang="en-US" sz="2800" b="1" dirty="0" err="1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Segoe" pitchFamily="34" charset="0"/>
              </a:rPr>
              <a:t>Git</a:t>
            </a:r>
            <a:endParaRPr lang="en-US" sz="4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Segoe" pitchFamily="34" charset="0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 err="1"/>
              <a:t>Universitas</a:t>
            </a:r>
            <a:r>
              <a:rPr lang="en-US" sz="4000" dirty="0"/>
              <a:t> AMIKOM Yogyakarta</a:t>
            </a:r>
          </a:p>
        </p:txBody>
      </p:sp>
      <p:sp>
        <p:nvSpPr>
          <p:cNvPr id="4" name="Text Placeholder 7"/>
          <p:cNvSpPr txBox="1">
            <a:spLocks/>
          </p:cNvSpPr>
          <p:nvPr/>
        </p:nvSpPr>
        <p:spPr>
          <a:xfrm>
            <a:off x="1447800" y="4419600"/>
            <a:ext cx="6477000" cy="1600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" pitchFamily="34" charset="0"/>
              </a:rPr>
              <a:t>Kamarudin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" pitchFamily="34" charset="0"/>
              </a:rPr>
              <a:t>,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" pitchFamily="34" charset="0"/>
              </a:rPr>
              <a:t>M.Kom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" pitchFamily="34" charset="0"/>
            </a:endParaRP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en-US" sz="2000">
                <a:latin typeface="Segoe" pitchFamily="34" charset="0"/>
                <a:hlinkClick r:id="rId2"/>
              </a:rPr>
              <a:t>http</a:t>
            </a:r>
            <a:r>
              <a:rPr lang="en-US" sz="2000" dirty="0">
                <a:latin typeface="Segoe" pitchFamily="34" charset="0"/>
                <a:hlinkClick r:id="rId2"/>
              </a:rPr>
              <a:t>://coding4ever.net/</a:t>
            </a:r>
            <a:endParaRPr lang="en-US" sz="2000" dirty="0">
              <a:latin typeface="Segoe" pitchFamily="34" charset="0"/>
            </a:endParaRPr>
          </a:p>
          <a:p>
            <a:pPr marL="342900" lvl="0" indent="-342900" algn="ctr">
              <a:spcBef>
                <a:spcPct val="20000"/>
              </a:spcBef>
              <a:defRPr/>
            </a:pPr>
            <a:r>
              <a:rPr lang="en-US" sz="2000" dirty="0">
                <a:latin typeface="Segoe" pitchFamily="34" charset="0"/>
                <a:hlinkClick r:id="rId3"/>
              </a:rPr>
              <a:t>https://github.com/rudi-krsoftware/open-retail</a:t>
            </a:r>
            <a:endParaRPr lang="en-US" sz="2000" dirty="0">
              <a:latin typeface="Segoe" pitchFamily="34" charset="0"/>
            </a:endParaRPr>
          </a:p>
          <a:p>
            <a:pPr marL="342900" lvl="0" indent="-342900" algn="ctr">
              <a:spcBef>
                <a:spcPct val="20000"/>
              </a:spcBef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0"/>
            <a:ext cx="8534400" cy="13716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600"/>
              </a:spcBef>
              <a:buNone/>
              <a:tabLst>
                <a:tab pos="1658938" algn="l"/>
              </a:tabLst>
            </a:pPr>
            <a:r>
              <a:rPr lang="en-US" sz="2400" dirty="0"/>
              <a:t>Version control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err="1"/>
              <a:t>sebuah</a:t>
            </a:r>
            <a:r>
              <a:rPr lang="en-US" sz="2400"/>
              <a:t> sistem/aplikasi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mencatat</a:t>
            </a:r>
            <a:r>
              <a:rPr lang="en-US" sz="2400" dirty="0"/>
              <a:t> </a:t>
            </a:r>
            <a:r>
              <a:rPr lang="en-US" sz="2400" err="1"/>
              <a:t>semua</a:t>
            </a:r>
            <a:r>
              <a:rPr lang="en-US" sz="2400"/>
              <a:t> riwayat </a:t>
            </a:r>
            <a:r>
              <a:rPr lang="en-US" sz="2400" dirty="0" err="1"/>
              <a:t>perubahan</a:t>
            </a:r>
            <a:r>
              <a:rPr lang="en-US" sz="2400" dirty="0"/>
              <a:t> yang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file </a:t>
            </a:r>
            <a:r>
              <a:rPr lang="en-US" sz="2400" dirty="0" err="1"/>
              <a:t>atau</a:t>
            </a:r>
            <a:r>
              <a:rPr lang="en-US" sz="2400" dirty="0"/>
              <a:t> folder.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88" y="1295400"/>
            <a:ext cx="6347851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151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Manfaat</a:t>
            </a:r>
            <a:r>
              <a:rPr lang="en-US" dirty="0"/>
              <a:t>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43000"/>
            <a:ext cx="8915400" cy="3810000"/>
          </a:xfrm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  <a:buFont typeface="Wingdings" pitchFamily="2" charset="2"/>
              <a:buChar char="ü"/>
              <a:tabLst>
                <a:tab pos="1658938" algn="l"/>
              </a:tabLst>
            </a:pPr>
            <a:r>
              <a:rPr lang="en-US" sz="2400" dirty="0" err="1"/>
              <a:t>Mencatat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pelaku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ü"/>
              <a:tabLst>
                <a:tab pos="1658938" algn="l"/>
              </a:tabLst>
            </a:pPr>
            <a:r>
              <a:rPr lang="en-US" sz="2400" dirty="0" err="1"/>
              <a:t>Melihat</a:t>
            </a:r>
            <a:r>
              <a:rPr lang="en-US" sz="2400" dirty="0"/>
              <a:t> </a:t>
            </a:r>
            <a:r>
              <a:rPr lang="en-US" sz="2400" dirty="0" err="1"/>
              <a:t>riwayat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,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</a:t>
            </a:r>
            <a:r>
              <a:rPr lang="en-US" sz="2400" dirty="0" err="1"/>
              <a:t>dibuat</a:t>
            </a:r>
            <a:r>
              <a:rPr lang="en-US" sz="2400" dirty="0"/>
              <a:t> </a:t>
            </a:r>
            <a:r>
              <a:rPr lang="en-US" sz="2400" dirty="0" err="1"/>
              <a:t>sampai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terakhir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ü"/>
              <a:tabLst>
                <a:tab pos="1658938" algn="l"/>
              </a:tabLst>
            </a:pPr>
            <a:r>
              <a:rPr lang="en-US" sz="2400" dirty="0" err="1"/>
              <a:t>Menyediakan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undo, </a:t>
            </a:r>
            <a:r>
              <a:rPr lang="en-US" sz="2400" dirty="0" err="1"/>
              <a:t>yaitu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mengembalikan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program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err="1"/>
              <a:t>periode</a:t>
            </a:r>
            <a:r>
              <a:rPr lang="en-US" sz="2400" dirty="0"/>
              <a:t> yang </a:t>
            </a:r>
            <a:r>
              <a:rPr lang="en-US" sz="2400" dirty="0" err="1"/>
              <a:t>diinginkan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buFont typeface="Wingdings" pitchFamily="2" charset="2"/>
              <a:buChar char="ü"/>
              <a:tabLst>
                <a:tab pos="1658938" algn="l"/>
              </a:tabLst>
            </a:pPr>
            <a:r>
              <a:rPr lang="en-US" sz="2400" dirty="0" err="1"/>
              <a:t>Memungkinkan</a:t>
            </a:r>
            <a:r>
              <a:rPr lang="en-US" sz="2400" dirty="0"/>
              <a:t> </a:t>
            </a:r>
            <a:r>
              <a:rPr lang="en-US" sz="2400" dirty="0" err="1"/>
              <a:t>pengembangan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</a:t>
            </a:r>
            <a:r>
              <a:rPr lang="en-US" sz="2400" err="1"/>
              <a:t>secara</a:t>
            </a:r>
            <a:r>
              <a:rPr lang="en-US" sz="2400"/>
              <a:t> paralel (kolaborasi)</a:t>
            </a:r>
            <a:endParaRPr lang="en-US" sz="2400" dirty="0"/>
          </a:p>
          <a:p>
            <a:pPr algn="just">
              <a:spcBef>
                <a:spcPts val="600"/>
              </a:spcBef>
              <a:buFont typeface="Wingdings" pitchFamily="2" charset="2"/>
              <a:buChar char="ü"/>
              <a:tabLst>
                <a:tab pos="1658938" algn="l"/>
              </a:tabLst>
            </a:pP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juga</a:t>
            </a:r>
            <a:r>
              <a:rPr lang="en-US" sz="2400" dirty="0"/>
              <a:t> </a:t>
            </a:r>
            <a:r>
              <a:rPr lang="en-US" sz="2400" dirty="0" err="1"/>
              <a:t>difungsikan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media backup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program.</a:t>
            </a:r>
          </a:p>
        </p:txBody>
      </p:sp>
    </p:spTree>
    <p:extLst>
      <p:ext uri="{BB962C8B-B14F-4D97-AF65-F5344CB8AC3E}">
        <p14:creationId xmlns:p14="http://schemas.microsoft.com/office/powerpoint/2010/main" val="463531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Istilah-istilah</a:t>
            </a:r>
            <a:r>
              <a:rPr lang="en-US" dirty="0"/>
              <a:t>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066800"/>
            <a:ext cx="8915400" cy="5562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 dirty="0"/>
              <a:t>Repository - database </a:t>
            </a:r>
            <a:r>
              <a:rPr lang="en-US" sz="2400"/>
              <a:t>yang menyimpan riwayat </a:t>
            </a:r>
            <a:r>
              <a:rPr lang="en-US" sz="2400" dirty="0" err="1"/>
              <a:t>perubahan</a:t>
            </a:r>
            <a:r>
              <a:rPr lang="en-US" sz="2400" dirty="0"/>
              <a:t> file </a:t>
            </a:r>
            <a:r>
              <a:rPr lang="en-US" sz="2400" dirty="0" err="1"/>
              <a:t>atau</a:t>
            </a:r>
            <a:r>
              <a:rPr lang="en-US" sz="2400" dirty="0"/>
              <a:t> folder.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/>
              <a:t>Local Repository - </a:t>
            </a:r>
            <a:r>
              <a:rPr lang="en-US" sz="2400" dirty="0"/>
              <a:t>repository yang </a:t>
            </a:r>
            <a:r>
              <a:rPr lang="en-US" sz="2400" dirty="0" err="1"/>
              <a:t>ada</a:t>
            </a:r>
            <a:r>
              <a:rPr lang="en-US" sz="2400" dirty="0"/>
              <a:t> di pc/laptop developer.</a:t>
            </a:r>
            <a:endParaRPr lang="it-IT" sz="2400" dirty="0"/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it-IT" sz="2400"/>
              <a:t>Remote Repository - </a:t>
            </a:r>
            <a:r>
              <a:rPr lang="it-IT" sz="2400" dirty="0"/>
              <a:t>repository yang ada </a:t>
            </a:r>
            <a:r>
              <a:rPr lang="it-IT" sz="2400"/>
              <a:t>di server</a:t>
            </a:r>
            <a:r>
              <a:rPr lang="en-US" sz="2400"/>
              <a:t>. Ex: github</a:t>
            </a:r>
            <a:endParaRPr lang="en-US" sz="2400" dirty="0"/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 dirty="0"/>
              <a:t>Staging area – </a:t>
            </a:r>
            <a:r>
              <a:rPr lang="en-US" sz="2400" dirty="0" err="1"/>
              <a:t>Sebuah</a:t>
            </a:r>
            <a:r>
              <a:rPr lang="en-US" sz="2400" dirty="0"/>
              <a:t> </a:t>
            </a:r>
            <a:r>
              <a:rPr lang="en-US" sz="2400" dirty="0" err="1"/>
              <a:t>tempat</a:t>
            </a:r>
            <a:r>
              <a:rPr lang="en-US" sz="2400" dirty="0"/>
              <a:t> di memory yang </a:t>
            </a:r>
            <a:r>
              <a:rPr lang="en-US" sz="2400" dirty="0" err="1"/>
              <a:t>berisi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file </a:t>
            </a:r>
            <a:r>
              <a:rPr lang="en-US" sz="2400" dirty="0" err="1"/>
              <a:t>atau</a:t>
            </a:r>
            <a:r>
              <a:rPr lang="en-US" sz="2400" dirty="0"/>
              <a:t> folder </a:t>
            </a:r>
            <a:r>
              <a:rPr lang="en-US" sz="2400" dirty="0" err="1"/>
              <a:t>dari</a:t>
            </a:r>
            <a:r>
              <a:rPr lang="en-US" sz="2400" dirty="0"/>
              <a:t> working folder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siap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di commit.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 dirty="0"/>
              <a:t>Commit - </a:t>
            </a:r>
            <a:r>
              <a:rPr lang="en-US" sz="2400" dirty="0" err="1"/>
              <a:t>menyimpan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file </a:t>
            </a:r>
            <a:r>
              <a:rPr lang="en-US" sz="2400" dirty="0" err="1"/>
              <a:t>atau</a:t>
            </a:r>
            <a:r>
              <a:rPr lang="en-US" sz="2400" dirty="0"/>
              <a:t> folder </a:t>
            </a:r>
            <a:r>
              <a:rPr lang="en-US" sz="2400" err="1"/>
              <a:t>ke</a:t>
            </a:r>
            <a:r>
              <a:rPr lang="en-US" sz="2400"/>
              <a:t> local repository.</a:t>
            </a:r>
            <a:endParaRPr lang="en-US" sz="2400" dirty="0"/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 dirty="0"/>
              <a:t>Push - </a:t>
            </a:r>
            <a:r>
              <a:rPr lang="en-US" sz="2400" dirty="0" err="1"/>
              <a:t>menguplod</a:t>
            </a:r>
            <a:r>
              <a:rPr lang="en-US" sz="2400" dirty="0"/>
              <a:t> </a:t>
            </a:r>
            <a:r>
              <a:rPr lang="en-US" sz="2400" err="1"/>
              <a:t>perubahan</a:t>
            </a:r>
            <a:r>
              <a:rPr lang="en-US" sz="2400"/>
              <a:t> dari local </a:t>
            </a:r>
            <a:r>
              <a:rPr lang="en-US" sz="2400" err="1"/>
              <a:t>ke</a:t>
            </a:r>
            <a:r>
              <a:rPr lang="en-US" sz="2400"/>
              <a:t> remote repository</a:t>
            </a:r>
            <a:endParaRPr lang="en-US" sz="2400" dirty="0"/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/>
              <a:t>Clone - mengopy remote repository.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/>
              <a:t>Pull </a:t>
            </a:r>
            <a:r>
              <a:rPr lang="en-US" sz="2400" dirty="0"/>
              <a:t>- </a:t>
            </a:r>
            <a:r>
              <a:rPr lang="en-US" sz="2400" dirty="0" err="1"/>
              <a:t>mengambil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terbaru</a:t>
            </a:r>
            <a:r>
              <a:rPr lang="en-US" sz="2400" dirty="0"/>
              <a:t> </a:t>
            </a:r>
            <a:r>
              <a:rPr lang="en-US" sz="2400"/>
              <a:t>di remote repository, </a:t>
            </a:r>
            <a:r>
              <a:rPr lang="en-US" sz="2400" dirty="0" err="1"/>
              <a:t>kemudian</a:t>
            </a:r>
            <a:r>
              <a:rPr lang="en-US" sz="2400" dirty="0"/>
              <a:t> di merge </a:t>
            </a:r>
            <a:r>
              <a:rPr lang="en-US" sz="2400" err="1"/>
              <a:t>ke</a:t>
            </a:r>
            <a:r>
              <a:rPr lang="en-US" sz="2400"/>
              <a:t> repository local.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  <a:tabLst>
                <a:tab pos="1658938" algn="l"/>
              </a:tabLst>
            </a:pPr>
            <a:r>
              <a:rPr lang="en-US" sz="2400"/>
              <a:t>Branch – Atau cabang, mirip dengan sebuah folder yang ada di dalam repository. Branch default adalah </a:t>
            </a:r>
            <a:r>
              <a:rPr lang="en-US" sz="2400" i="1"/>
              <a:t>master</a:t>
            </a:r>
            <a:r>
              <a:rPr lang="en-US" sz="240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032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nline-curriculum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online-curriculum-template</Template>
  <TotalTime>7586</TotalTime>
  <Words>233</Words>
  <Application>Microsoft Office PowerPoint</Application>
  <PresentationFormat>On-screen Show (4:3)</PresentationFormat>
  <Paragraphs>25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Segoe</vt:lpstr>
      <vt:lpstr>Wingdings</vt:lpstr>
      <vt:lpstr>online-curriculum-template</vt:lpstr>
      <vt:lpstr>Universitas AMIKOM Yogyakarta</vt:lpstr>
      <vt:lpstr>Apa itu Version Control?</vt:lpstr>
      <vt:lpstr>Manfaat Version Control</vt:lpstr>
      <vt:lpstr>Istilah-istilah Git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[Nama Curriculum]</dc:title>
  <dc:creator>v-welw</dc:creator>
  <cp:lastModifiedBy>amikom</cp:lastModifiedBy>
  <cp:revision>263</cp:revision>
  <dcterms:created xsi:type="dcterms:W3CDTF">2009-03-19T04:00:16Z</dcterms:created>
  <dcterms:modified xsi:type="dcterms:W3CDTF">2023-03-13T04:21:49Z</dcterms:modified>
</cp:coreProperties>
</file>